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753600" cy="7315200"/>
  <p:notesSz cx="6858000" cy="9144000"/>
  <p:embeddedFontLst>
    <p:embeddedFont>
      <p:font typeface="Raleway" charset="1" panose="00000000000000000000"/>
      <p:regular r:id="rId13"/>
    </p:embeddedFont>
    <p:embeddedFont>
      <p:font typeface="March" charset="1" panose="02000500000000000000"/>
      <p:regular r:id="rId14"/>
    </p:embeddedFont>
    <p:embeddedFont>
      <p:font typeface="Raleway Bold" charset="1" panose="00000000000000000000"/>
      <p:regular r:id="rId15"/>
    </p:embeddedFont>
    <p:embeddedFont>
      <p:font typeface="Archivo Black" charset="1" panose="020B0A03020202020B04"/>
      <p:regular r:id="rId16"/>
    </p:embeddedFont>
    <p:embeddedFont>
      <p:font typeface="Open Sans Bold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Relationship Id="rId7" Target="../media/image16.jpe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8.png" Type="http://schemas.openxmlformats.org/officeDocument/2006/relationships/image"/><Relationship Id="rId6" Target="../media/image5.png" Type="http://schemas.openxmlformats.org/officeDocument/2006/relationships/image"/><Relationship Id="rId7" Target="../media/image4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2349" y="-186046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11619" y="-174605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11643" y="2666147"/>
            <a:ext cx="4870291" cy="852298"/>
            <a:chOff x="0" y="0"/>
            <a:chExt cx="1727373" cy="3022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7373" cy="302289"/>
            </a:xfrm>
            <a:custGeom>
              <a:avLst/>
              <a:gdLst/>
              <a:ahLst/>
              <a:cxnLst/>
              <a:rect r="r" b="b" t="t" l="l"/>
              <a:pathLst>
                <a:path h="302289" w="1727373">
                  <a:moveTo>
                    <a:pt x="151145" y="0"/>
                  </a:moveTo>
                  <a:lnTo>
                    <a:pt x="1576229" y="0"/>
                  </a:lnTo>
                  <a:cubicBezTo>
                    <a:pt x="1616315" y="0"/>
                    <a:pt x="1654759" y="15924"/>
                    <a:pt x="1683104" y="44269"/>
                  </a:cubicBezTo>
                  <a:cubicBezTo>
                    <a:pt x="1711449" y="72614"/>
                    <a:pt x="1727373" y="111059"/>
                    <a:pt x="1727373" y="151145"/>
                  </a:cubicBezTo>
                  <a:lnTo>
                    <a:pt x="1727373" y="151145"/>
                  </a:lnTo>
                  <a:cubicBezTo>
                    <a:pt x="1727373" y="234620"/>
                    <a:pt x="1659704" y="302289"/>
                    <a:pt x="1576229" y="302289"/>
                  </a:cubicBezTo>
                  <a:lnTo>
                    <a:pt x="151145" y="302289"/>
                  </a:lnTo>
                  <a:cubicBezTo>
                    <a:pt x="67670" y="302289"/>
                    <a:pt x="0" y="234620"/>
                    <a:pt x="0" y="151145"/>
                  </a:cubicBezTo>
                  <a:lnTo>
                    <a:pt x="0" y="151145"/>
                  </a:lnTo>
                  <a:cubicBezTo>
                    <a:pt x="0" y="67670"/>
                    <a:pt x="67670" y="0"/>
                    <a:pt x="151145" y="0"/>
                  </a:cubicBez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727373" cy="359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F4FF"/>
                  </a:solidFill>
                  <a:latin typeface="Raleway"/>
                  <a:ea typeface="Raleway"/>
                  <a:cs typeface="Raleway"/>
                  <a:sym typeface="Raleway"/>
                </a:rPr>
                <a:t>PEMOGRAMAN DASAR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2298681">
            <a:off x="8773357" y="589428"/>
            <a:ext cx="2140411" cy="4920484"/>
          </a:xfrm>
          <a:custGeom>
            <a:avLst/>
            <a:gdLst/>
            <a:ahLst/>
            <a:cxnLst/>
            <a:rect r="r" b="b" t="t" l="l"/>
            <a:pathLst>
              <a:path h="4920484" w="2140411">
                <a:moveTo>
                  <a:pt x="0" y="0"/>
                </a:moveTo>
                <a:lnTo>
                  <a:pt x="2140411" y="0"/>
                </a:lnTo>
                <a:lnTo>
                  <a:pt x="2140411" y="4920485"/>
                </a:lnTo>
                <a:lnTo>
                  <a:pt x="0" y="49204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57845">
            <a:off x="-671477" y="4547199"/>
            <a:ext cx="2292011" cy="5268991"/>
          </a:xfrm>
          <a:custGeom>
            <a:avLst/>
            <a:gdLst/>
            <a:ahLst/>
            <a:cxnLst/>
            <a:rect r="r" b="b" t="t" l="l"/>
            <a:pathLst>
              <a:path h="5268991" w="2292011">
                <a:moveTo>
                  <a:pt x="0" y="0"/>
                </a:moveTo>
                <a:lnTo>
                  <a:pt x="2292011" y="0"/>
                </a:lnTo>
                <a:lnTo>
                  <a:pt x="2292011" y="5268992"/>
                </a:lnTo>
                <a:lnTo>
                  <a:pt x="0" y="5268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695066">
            <a:off x="-1025401" y="2368930"/>
            <a:ext cx="2220144" cy="3534009"/>
          </a:xfrm>
          <a:custGeom>
            <a:avLst/>
            <a:gdLst/>
            <a:ahLst/>
            <a:cxnLst/>
            <a:rect r="r" b="b" t="t" l="l"/>
            <a:pathLst>
              <a:path h="3534009" w="2220144">
                <a:moveTo>
                  <a:pt x="2220144" y="0"/>
                </a:moveTo>
                <a:lnTo>
                  <a:pt x="0" y="0"/>
                </a:lnTo>
                <a:lnTo>
                  <a:pt x="0" y="3534010"/>
                </a:lnTo>
                <a:lnTo>
                  <a:pt x="2220144" y="3534010"/>
                </a:lnTo>
                <a:lnTo>
                  <a:pt x="222014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61723" y="6089861"/>
            <a:ext cx="3183535" cy="1960749"/>
          </a:xfrm>
          <a:custGeom>
            <a:avLst/>
            <a:gdLst/>
            <a:ahLst/>
            <a:cxnLst/>
            <a:rect r="r" b="b" t="t" l="l"/>
            <a:pathLst>
              <a:path h="1960749" w="3183535">
                <a:moveTo>
                  <a:pt x="0" y="0"/>
                </a:moveTo>
                <a:lnTo>
                  <a:pt x="3183535" y="0"/>
                </a:lnTo>
                <a:lnTo>
                  <a:pt x="3183535" y="1960749"/>
                </a:lnTo>
                <a:lnTo>
                  <a:pt x="0" y="1960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6314923" y="5643565"/>
            <a:ext cx="2992085" cy="2216660"/>
          </a:xfrm>
          <a:custGeom>
            <a:avLst/>
            <a:gdLst/>
            <a:ahLst/>
            <a:cxnLst/>
            <a:rect r="r" b="b" t="t" l="l"/>
            <a:pathLst>
              <a:path h="2216660" w="2992085">
                <a:moveTo>
                  <a:pt x="2992084" y="0"/>
                </a:moveTo>
                <a:lnTo>
                  <a:pt x="0" y="0"/>
                </a:lnTo>
                <a:lnTo>
                  <a:pt x="0" y="2216660"/>
                </a:lnTo>
                <a:lnTo>
                  <a:pt x="2992084" y="2216660"/>
                </a:lnTo>
                <a:lnTo>
                  <a:pt x="299208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486336">
            <a:off x="8449214" y="4214065"/>
            <a:ext cx="2220144" cy="3534009"/>
          </a:xfrm>
          <a:custGeom>
            <a:avLst/>
            <a:gdLst/>
            <a:ahLst/>
            <a:cxnLst/>
            <a:rect r="r" b="b" t="t" l="l"/>
            <a:pathLst>
              <a:path h="3534009" w="2220144">
                <a:moveTo>
                  <a:pt x="0" y="0"/>
                </a:moveTo>
                <a:lnTo>
                  <a:pt x="2220144" y="0"/>
                </a:lnTo>
                <a:lnTo>
                  <a:pt x="2220144" y="3534010"/>
                </a:lnTo>
                <a:lnTo>
                  <a:pt x="0" y="35340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-2056613" y="-428408"/>
            <a:ext cx="2636997" cy="3863752"/>
          </a:xfrm>
          <a:custGeom>
            <a:avLst/>
            <a:gdLst/>
            <a:ahLst/>
            <a:cxnLst/>
            <a:rect r="r" b="b" t="t" l="l"/>
            <a:pathLst>
              <a:path h="3863752" w="2636997">
                <a:moveTo>
                  <a:pt x="0" y="0"/>
                </a:moveTo>
                <a:lnTo>
                  <a:pt x="2636997" y="0"/>
                </a:lnTo>
                <a:lnTo>
                  <a:pt x="2636997" y="3863752"/>
                </a:lnTo>
                <a:lnTo>
                  <a:pt x="0" y="38637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32692" y="5643565"/>
            <a:ext cx="2296439" cy="2735085"/>
          </a:xfrm>
          <a:custGeom>
            <a:avLst/>
            <a:gdLst/>
            <a:ahLst/>
            <a:cxnLst/>
            <a:rect r="r" b="b" t="t" l="l"/>
            <a:pathLst>
              <a:path h="2735085" w="2296439">
                <a:moveTo>
                  <a:pt x="0" y="0"/>
                </a:moveTo>
                <a:lnTo>
                  <a:pt x="2296439" y="0"/>
                </a:lnTo>
                <a:lnTo>
                  <a:pt x="2296439" y="2735085"/>
                </a:lnTo>
                <a:lnTo>
                  <a:pt x="0" y="27350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925943">
            <a:off x="1766891" y="-810918"/>
            <a:ext cx="1331603" cy="2077979"/>
          </a:xfrm>
          <a:custGeom>
            <a:avLst/>
            <a:gdLst/>
            <a:ahLst/>
            <a:cxnLst/>
            <a:rect r="r" b="b" t="t" l="l"/>
            <a:pathLst>
              <a:path h="2077979" w="1331603">
                <a:moveTo>
                  <a:pt x="0" y="0"/>
                </a:moveTo>
                <a:lnTo>
                  <a:pt x="1331603" y="0"/>
                </a:lnTo>
                <a:lnTo>
                  <a:pt x="1331603" y="2077979"/>
                </a:lnTo>
                <a:lnTo>
                  <a:pt x="0" y="2077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3338418" y="-1553588"/>
            <a:ext cx="2566773" cy="3057056"/>
          </a:xfrm>
          <a:custGeom>
            <a:avLst/>
            <a:gdLst/>
            <a:ahLst/>
            <a:cxnLst/>
            <a:rect r="r" b="b" t="t" l="l"/>
            <a:pathLst>
              <a:path h="3057056" w="2566773">
                <a:moveTo>
                  <a:pt x="0" y="0"/>
                </a:moveTo>
                <a:lnTo>
                  <a:pt x="2566773" y="0"/>
                </a:lnTo>
                <a:lnTo>
                  <a:pt x="2566773" y="3057056"/>
                </a:lnTo>
                <a:lnTo>
                  <a:pt x="0" y="30570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565072">
            <a:off x="5422518" y="-2846257"/>
            <a:ext cx="2583465" cy="4004911"/>
          </a:xfrm>
          <a:custGeom>
            <a:avLst/>
            <a:gdLst/>
            <a:ahLst/>
            <a:cxnLst/>
            <a:rect r="r" b="b" t="t" l="l"/>
            <a:pathLst>
              <a:path h="4004911" w="2583465">
                <a:moveTo>
                  <a:pt x="0" y="0"/>
                </a:moveTo>
                <a:lnTo>
                  <a:pt x="2583465" y="0"/>
                </a:lnTo>
                <a:lnTo>
                  <a:pt x="2583465" y="4004912"/>
                </a:lnTo>
                <a:lnTo>
                  <a:pt x="0" y="4004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75029" y="589126"/>
            <a:ext cx="4536916" cy="207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1"/>
              </a:lnSpc>
            </a:pPr>
            <a:r>
              <a:rPr lang="en-US" sz="7911">
                <a:solidFill>
                  <a:srgbClr val="2F3466"/>
                </a:solidFill>
                <a:latin typeface="March"/>
                <a:ea typeface="March"/>
                <a:cs typeface="March"/>
                <a:sym typeface="March"/>
              </a:rPr>
              <a:t>TUGAS INDIVIDU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806835" y="3881521"/>
            <a:ext cx="4870291" cy="869290"/>
            <a:chOff x="0" y="0"/>
            <a:chExt cx="1727373" cy="3083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27373" cy="308316"/>
            </a:xfrm>
            <a:custGeom>
              <a:avLst/>
              <a:gdLst/>
              <a:ahLst/>
              <a:cxnLst/>
              <a:rect r="r" b="b" t="t" l="l"/>
              <a:pathLst>
                <a:path h="308316" w="1727373">
                  <a:moveTo>
                    <a:pt x="154158" y="0"/>
                  </a:moveTo>
                  <a:lnTo>
                    <a:pt x="1573216" y="0"/>
                  </a:lnTo>
                  <a:cubicBezTo>
                    <a:pt x="1614101" y="0"/>
                    <a:pt x="1653311" y="16242"/>
                    <a:pt x="1682222" y="45152"/>
                  </a:cubicBezTo>
                  <a:cubicBezTo>
                    <a:pt x="1711132" y="74062"/>
                    <a:pt x="1727373" y="113273"/>
                    <a:pt x="1727373" y="154158"/>
                  </a:cubicBezTo>
                  <a:lnTo>
                    <a:pt x="1727373" y="154158"/>
                  </a:lnTo>
                  <a:cubicBezTo>
                    <a:pt x="1727373" y="239297"/>
                    <a:pt x="1658355" y="308316"/>
                    <a:pt x="1573216" y="308316"/>
                  </a:cubicBezTo>
                  <a:lnTo>
                    <a:pt x="154158" y="308316"/>
                  </a:lnTo>
                  <a:cubicBezTo>
                    <a:pt x="69019" y="308316"/>
                    <a:pt x="0" y="239297"/>
                    <a:pt x="0" y="154158"/>
                  </a:cubicBezTo>
                  <a:lnTo>
                    <a:pt x="0" y="154158"/>
                  </a:lnTo>
                  <a:cubicBezTo>
                    <a:pt x="0" y="69019"/>
                    <a:pt x="69019" y="0"/>
                    <a:pt x="154158" y="0"/>
                  </a:cubicBez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727373" cy="36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8F4FF"/>
                  </a:solidFill>
                  <a:latin typeface="Raleway"/>
                  <a:ea typeface="Raleway"/>
                  <a:cs typeface="Raleway"/>
                  <a:sym typeface="Raleway"/>
                </a:rPr>
                <a:t>PITRI MANALU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F4FF"/>
                  </a:solidFill>
                  <a:latin typeface="Raleway"/>
                  <a:ea typeface="Raleway"/>
                  <a:cs typeface="Raleway"/>
                  <a:sym typeface="Raleway"/>
                </a:rPr>
                <a:t>NIM:2514375015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26158" y="5220572"/>
            <a:ext cx="4870291" cy="869290"/>
            <a:chOff x="0" y="0"/>
            <a:chExt cx="1727373" cy="3083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27373" cy="308316"/>
            </a:xfrm>
            <a:custGeom>
              <a:avLst/>
              <a:gdLst/>
              <a:ahLst/>
              <a:cxnLst/>
              <a:rect r="r" b="b" t="t" l="l"/>
              <a:pathLst>
                <a:path h="308316" w="1727373">
                  <a:moveTo>
                    <a:pt x="154158" y="0"/>
                  </a:moveTo>
                  <a:lnTo>
                    <a:pt x="1573216" y="0"/>
                  </a:lnTo>
                  <a:cubicBezTo>
                    <a:pt x="1614101" y="0"/>
                    <a:pt x="1653311" y="16242"/>
                    <a:pt x="1682222" y="45152"/>
                  </a:cubicBezTo>
                  <a:cubicBezTo>
                    <a:pt x="1711132" y="74062"/>
                    <a:pt x="1727373" y="113273"/>
                    <a:pt x="1727373" y="154158"/>
                  </a:cubicBezTo>
                  <a:lnTo>
                    <a:pt x="1727373" y="154158"/>
                  </a:lnTo>
                  <a:cubicBezTo>
                    <a:pt x="1727373" y="239297"/>
                    <a:pt x="1658355" y="308316"/>
                    <a:pt x="1573216" y="308316"/>
                  </a:cubicBezTo>
                  <a:lnTo>
                    <a:pt x="154158" y="308316"/>
                  </a:lnTo>
                  <a:cubicBezTo>
                    <a:pt x="69019" y="308316"/>
                    <a:pt x="0" y="239297"/>
                    <a:pt x="0" y="154158"/>
                  </a:cubicBezTo>
                  <a:lnTo>
                    <a:pt x="0" y="154158"/>
                  </a:lnTo>
                  <a:cubicBezTo>
                    <a:pt x="0" y="69019"/>
                    <a:pt x="69019" y="0"/>
                    <a:pt x="154158" y="0"/>
                  </a:cubicBez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727373" cy="36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8F4FF"/>
                  </a:solidFill>
                  <a:latin typeface="Raleway"/>
                  <a:ea typeface="Raleway"/>
                  <a:cs typeface="Raleway"/>
                  <a:sym typeface="Raleway"/>
                </a:rPr>
                <a:t>Dosen pengampu: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F4FF"/>
                  </a:solidFill>
                  <a:latin typeface="Raleway"/>
                  <a:ea typeface="Raleway"/>
                  <a:cs typeface="Raleway"/>
                  <a:sym typeface="Raleway"/>
                </a:rPr>
                <a:t>Ika Devi Perwitasari, S.Kom., M.Kom.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A6A6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0014" y="2145364"/>
            <a:ext cx="6453572" cy="209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7"/>
              </a:lnSpc>
            </a:pPr>
            <a:r>
              <a:rPr lang="en-US" sz="2955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Buatlah algoritma dan pseudocode </a:t>
            </a:r>
          </a:p>
          <a:p>
            <a:pPr algn="ctr">
              <a:lnSpc>
                <a:spcPts val="4137"/>
              </a:lnSpc>
            </a:pPr>
            <a:r>
              <a:rPr lang="en-US" sz="2955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Menghitung luas segitiga dengan</a:t>
            </a:r>
          </a:p>
          <a:p>
            <a:pPr algn="ctr">
              <a:lnSpc>
                <a:spcPts val="4137"/>
              </a:lnSpc>
            </a:pPr>
            <a:r>
              <a:rPr lang="en-US" sz="2955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menggunakan rumus </a:t>
            </a:r>
          </a:p>
          <a:p>
            <a:pPr algn="ctr">
              <a:lnSpc>
                <a:spcPts val="4137"/>
              </a:lnSpc>
              <a:spcBef>
                <a:spcPct val="0"/>
              </a:spcBef>
            </a:pPr>
            <a:r>
              <a:rPr lang="en-US" b="true" sz="29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Luas=(alas x tinggi)/2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52644" y="4546931"/>
            <a:ext cx="3163736" cy="2768269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34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577764" y="25778"/>
            <a:ext cx="3163736" cy="70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5"/>
              </a:lnSpc>
              <a:spcBef>
                <a:spcPct val="0"/>
              </a:spcBef>
            </a:pPr>
            <a:r>
              <a:rPr lang="en-US" b="true" sz="408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Tugas 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76537" y="4546931"/>
            <a:ext cx="3163736" cy="2768269"/>
            <a:chOff x="0" y="0"/>
            <a:chExt cx="8128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346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2349" y="-186046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11619" y="-174605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1161" y="1271139"/>
            <a:ext cx="8051278" cy="4772923"/>
            <a:chOff x="0" y="0"/>
            <a:chExt cx="2981955" cy="17677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1955" cy="1767749"/>
            </a:xfrm>
            <a:custGeom>
              <a:avLst/>
              <a:gdLst/>
              <a:ahLst/>
              <a:cxnLst/>
              <a:rect r="r" b="b" t="t" l="l"/>
              <a:pathLst>
                <a:path h="1767749" w="2981955">
                  <a:moveTo>
                    <a:pt x="96158" y="0"/>
                  </a:moveTo>
                  <a:lnTo>
                    <a:pt x="2885797" y="0"/>
                  </a:lnTo>
                  <a:cubicBezTo>
                    <a:pt x="2938904" y="0"/>
                    <a:pt x="2981955" y="43051"/>
                    <a:pt x="2981955" y="96158"/>
                  </a:cubicBezTo>
                  <a:lnTo>
                    <a:pt x="2981955" y="1671592"/>
                  </a:lnTo>
                  <a:cubicBezTo>
                    <a:pt x="2981955" y="1724698"/>
                    <a:pt x="2938904" y="1767749"/>
                    <a:pt x="2885797" y="1767749"/>
                  </a:cubicBezTo>
                  <a:lnTo>
                    <a:pt x="96158" y="1767749"/>
                  </a:lnTo>
                  <a:cubicBezTo>
                    <a:pt x="43051" y="1767749"/>
                    <a:pt x="0" y="1724698"/>
                    <a:pt x="0" y="1671592"/>
                  </a:cubicBezTo>
                  <a:lnTo>
                    <a:pt x="0" y="96158"/>
                  </a:lnTo>
                  <a:cubicBezTo>
                    <a:pt x="0" y="43051"/>
                    <a:pt x="43051" y="0"/>
                    <a:pt x="96158" y="0"/>
                  </a:cubicBezTo>
                  <a:close/>
                </a:path>
              </a:pathLst>
            </a:custGeom>
            <a:solidFill>
              <a:srgbClr val="2F346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981955" cy="1796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486336">
            <a:off x="8152960" y="302535"/>
            <a:ext cx="2220144" cy="3534009"/>
          </a:xfrm>
          <a:custGeom>
            <a:avLst/>
            <a:gdLst/>
            <a:ahLst/>
            <a:cxnLst/>
            <a:rect r="r" b="b" t="t" l="l"/>
            <a:pathLst>
              <a:path h="3534009" w="2220144">
                <a:moveTo>
                  <a:pt x="0" y="0"/>
                </a:moveTo>
                <a:lnTo>
                  <a:pt x="2220144" y="0"/>
                </a:lnTo>
                <a:lnTo>
                  <a:pt x="2220144" y="3534010"/>
                </a:lnTo>
                <a:lnTo>
                  <a:pt x="0" y="353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86910" y="4687277"/>
            <a:ext cx="3121461" cy="2329390"/>
          </a:xfrm>
          <a:custGeom>
            <a:avLst/>
            <a:gdLst/>
            <a:ahLst/>
            <a:cxnLst/>
            <a:rect r="r" b="b" t="t" l="l"/>
            <a:pathLst>
              <a:path h="2329390" w="3121461">
                <a:moveTo>
                  <a:pt x="0" y="0"/>
                </a:moveTo>
                <a:lnTo>
                  <a:pt x="3121460" y="0"/>
                </a:lnTo>
                <a:lnTo>
                  <a:pt x="3121460" y="2329390"/>
                </a:lnTo>
                <a:lnTo>
                  <a:pt x="0" y="2329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201117">
            <a:off x="7571823" y="4428458"/>
            <a:ext cx="1724487" cy="2526720"/>
          </a:xfrm>
          <a:custGeom>
            <a:avLst/>
            <a:gdLst/>
            <a:ahLst/>
            <a:cxnLst/>
            <a:rect r="r" b="b" t="t" l="l"/>
            <a:pathLst>
              <a:path h="2526720" w="1724487">
                <a:moveTo>
                  <a:pt x="0" y="0"/>
                </a:moveTo>
                <a:lnTo>
                  <a:pt x="1724486" y="0"/>
                </a:lnTo>
                <a:lnTo>
                  <a:pt x="1724486" y="2526720"/>
                </a:lnTo>
                <a:lnTo>
                  <a:pt x="0" y="2526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054296">
            <a:off x="504545" y="464348"/>
            <a:ext cx="1724487" cy="2526720"/>
          </a:xfrm>
          <a:custGeom>
            <a:avLst/>
            <a:gdLst/>
            <a:ahLst/>
            <a:cxnLst/>
            <a:rect r="r" b="b" t="t" l="l"/>
            <a:pathLst>
              <a:path h="2526720" w="1724487">
                <a:moveTo>
                  <a:pt x="0" y="0"/>
                </a:moveTo>
                <a:lnTo>
                  <a:pt x="1724487" y="0"/>
                </a:lnTo>
                <a:lnTo>
                  <a:pt x="1724487" y="2526720"/>
                </a:lnTo>
                <a:lnTo>
                  <a:pt x="0" y="2526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888293" y="6358383"/>
            <a:ext cx="524114" cy="450593"/>
          </a:xfrm>
          <a:custGeom>
            <a:avLst/>
            <a:gdLst/>
            <a:ahLst/>
            <a:cxnLst/>
            <a:rect r="r" b="b" t="t" l="l"/>
            <a:pathLst>
              <a:path h="450593" w="524114">
                <a:moveTo>
                  <a:pt x="0" y="0"/>
                </a:moveTo>
                <a:lnTo>
                  <a:pt x="524114" y="0"/>
                </a:lnTo>
                <a:lnTo>
                  <a:pt x="524114" y="450594"/>
                </a:lnTo>
                <a:lnTo>
                  <a:pt x="0" y="450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923" t="0" r="-50716" b="-48054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7027357" y="506223"/>
            <a:ext cx="524114" cy="450593"/>
          </a:xfrm>
          <a:custGeom>
            <a:avLst/>
            <a:gdLst/>
            <a:ahLst/>
            <a:cxnLst/>
            <a:rect r="r" b="b" t="t" l="l"/>
            <a:pathLst>
              <a:path h="450593" w="524114">
                <a:moveTo>
                  <a:pt x="0" y="0"/>
                </a:moveTo>
                <a:lnTo>
                  <a:pt x="524115" y="0"/>
                </a:lnTo>
                <a:lnTo>
                  <a:pt x="524115" y="450594"/>
                </a:lnTo>
                <a:lnTo>
                  <a:pt x="0" y="450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923" t="0" r="-50716" b="-48054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1161" y="1271139"/>
            <a:ext cx="8051278" cy="4772923"/>
          </a:xfrm>
          <a:custGeom>
            <a:avLst/>
            <a:gdLst/>
            <a:ahLst/>
            <a:cxnLst/>
            <a:rect r="r" b="b" t="t" l="l"/>
            <a:pathLst>
              <a:path h="4772923" w="8051278">
                <a:moveTo>
                  <a:pt x="0" y="0"/>
                </a:moveTo>
                <a:lnTo>
                  <a:pt x="8051278" y="0"/>
                </a:lnTo>
                <a:lnTo>
                  <a:pt x="8051278" y="4772922"/>
                </a:lnTo>
                <a:lnTo>
                  <a:pt x="0" y="47729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289" r="0" b="-11808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B4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31520"/>
            <a:ext cx="9022080" cy="3167934"/>
          </a:xfrm>
          <a:custGeom>
            <a:avLst/>
            <a:gdLst/>
            <a:ahLst/>
            <a:cxnLst/>
            <a:rect r="r" b="b" t="t" l="l"/>
            <a:pathLst>
              <a:path h="3167934" w="9022080">
                <a:moveTo>
                  <a:pt x="0" y="0"/>
                </a:moveTo>
                <a:lnTo>
                  <a:pt x="9022080" y="0"/>
                </a:lnTo>
                <a:lnTo>
                  <a:pt x="9022080" y="3167934"/>
                </a:lnTo>
                <a:lnTo>
                  <a:pt x="0" y="3167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75" r="-12803" b="-11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1623" y="3081413"/>
            <a:ext cx="9163703" cy="2953011"/>
          </a:xfrm>
          <a:custGeom>
            <a:avLst/>
            <a:gdLst/>
            <a:ahLst/>
            <a:cxnLst/>
            <a:rect r="r" b="b" t="t" l="l"/>
            <a:pathLst>
              <a:path h="2953011" w="9163703">
                <a:moveTo>
                  <a:pt x="0" y="0"/>
                </a:moveTo>
                <a:lnTo>
                  <a:pt x="9163703" y="0"/>
                </a:lnTo>
                <a:lnTo>
                  <a:pt x="9163703" y="2953011"/>
                </a:lnTo>
                <a:lnTo>
                  <a:pt x="0" y="2953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7" t="0" r="-7027" b="-4444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623" y="6034424"/>
            <a:ext cx="1644236" cy="1438707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6457" y="-47625"/>
            <a:ext cx="74491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u="sng">
                <a:solidFill>
                  <a:srgbClr val="2F3466"/>
                </a:solidFill>
                <a:latin typeface="Archivo Black"/>
                <a:ea typeface="Archivo Black"/>
                <a:cs typeface="Archivo Black"/>
                <a:sym typeface="Archivo Black"/>
              </a:rPr>
              <a:t>pseudocode menghitung luas Segitiga implementasi dalam Phyton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97957" y="6034424"/>
            <a:ext cx="1644236" cy="1438707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37538" y="6034424"/>
            <a:ext cx="1644236" cy="1438707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77119" y="6034424"/>
            <a:ext cx="1644236" cy="1438707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19999" y="6072524"/>
            <a:ext cx="1644236" cy="1438707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62880" y="6110624"/>
            <a:ext cx="1644236" cy="1438707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905760" y="6148724"/>
            <a:ext cx="1644236" cy="1438707"/>
            <a:chOff x="0" y="0"/>
            <a:chExt cx="8128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8CC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2349" y="-186046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11619" y="-174605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1161" y="1271139"/>
            <a:ext cx="8051278" cy="4772923"/>
            <a:chOff x="0" y="0"/>
            <a:chExt cx="2981955" cy="17677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1955" cy="1767749"/>
            </a:xfrm>
            <a:custGeom>
              <a:avLst/>
              <a:gdLst/>
              <a:ahLst/>
              <a:cxnLst/>
              <a:rect r="r" b="b" t="t" l="l"/>
              <a:pathLst>
                <a:path h="1767749" w="2981955">
                  <a:moveTo>
                    <a:pt x="96158" y="0"/>
                  </a:moveTo>
                  <a:lnTo>
                    <a:pt x="2885797" y="0"/>
                  </a:lnTo>
                  <a:cubicBezTo>
                    <a:pt x="2938904" y="0"/>
                    <a:pt x="2981955" y="43051"/>
                    <a:pt x="2981955" y="96158"/>
                  </a:cubicBezTo>
                  <a:lnTo>
                    <a:pt x="2981955" y="1671592"/>
                  </a:lnTo>
                  <a:cubicBezTo>
                    <a:pt x="2981955" y="1724698"/>
                    <a:pt x="2938904" y="1767749"/>
                    <a:pt x="2885797" y="1767749"/>
                  </a:cubicBezTo>
                  <a:lnTo>
                    <a:pt x="96158" y="1767749"/>
                  </a:lnTo>
                  <a:cubicBezTo>
                    <a:pt x="43051" y="1767749"/>
                    <a:pt x="0" y="1724698"/>
                    <a:pt x="0" y="1671592"/>
                  </a:cubicBezTo>
                  <a:lnTo>
                    <a:pt x="0" y="96158"/>
                  </a:lnTo>
                  <a:cubicBezTo>
                    <a:pt x="0" y="43051"/>
                    <a:pt x="43051" y="0"/>
                    <a:pt x="96158" y="0"/>
                  </a:cubicBezTo>
                  <a:close/>
                </a:path>
              </a:pathLst>
            </a:custGeom>
            <a:solidFill>
              <a:srgbClr val="2F346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981955" cy="1796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486336">
            <a:off x="8152960" y="302535"/>
            <a:ext cx="2220144" cy="3534009"/>
          </a:xfrm>
          <a:custGeom>
            <a:avLst/>
            <a:gdLst/>
            <a:ahLst/>
            <a:cxnLst/>
            <a:rect r="r" b="b" t="t" l="l"/>
            <a:pathLst>
              <a:path h="3534009" w="2220144">
                <a:moveTo>
                  <a:pt x="0" y="0"/>
                </a:moveTo>
                <a:lnTo>
                  <a:pt x="2220144" y="0"/>
                </a:lnTo>
                <a:lnTo>
                  <a:pt x="2220144" y="3534010"/>
                </a:lnTo>
                <a:lnTo>
                  <a:pt x="0" y="353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86910" y="4687277"/>
            <a:ext cx="3121461" cy="2329390"/>
          </a:xfrm>
          <a:custGeom>
            <a:avLst/>
            <a:gdLst/>
            <a:ahLst/>
            <a:cxnLst/>
            <a:rect r="r" b="b" t="t" l="l"/>
            <a:pathLst>
              <a:path h="2329390" w="3121461">
                <a:moveTo>
                  <a:pt x="0" y="0"/>
                </a:moveTo>
                <a:lnTo>
                  <a:pt x="3121460" y="0"/>
                </a:lnTo>
                <a:lnTo>
                  <a:pt x="3121460" y="2329390"/>
                </a:lnTo>
                <a:lnTo>
                  <a:pt x="0" y="2329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201117">
            <a:off x="7571823" y="4428458"/>
            <a:ext cx="1724487" cy="2526720"/>
          </a:xfrm>
          <a:custGeom>
            <a:avLst/>
            <a:gdLst/>
            <a:ahLst/>
            <a:cxnLst/>
            <a:rect r="r" b="b" t="t" l="l"/>
            <a:pathLst>
              <a:path h="2526720" w="1724487">
                <a:moveTo>
                  <a:pt x="0" y="0"/>
                </a:moveTo>
                <a:lnTo>
                  <a:pt x="1724486" y="0"/>
                </a:lnTo>
                <a:lnTo>
                  <a:pt x="1724486" y="2526720"/>
                </a:lnTo>
                <a:lnTo>
                  <a:pt x="0" y="2526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054296">
            <a:off x="504545" y="464348"/>
            <a:ext cx="1724487" cy="2526720"/>
          </a:xfrm>
          <a:custGeom>
            <a:avLst/>
            <a:gdLst/>
            <a:ahLst/>
            <a:cxnLst/>
            <a:rect r="r" b="b" t="t" l="l"/>
            <a:pathLst>
              <a:path h="2526720" w="1724487">
                <a:moveTo>
                  <a:pt x="0" y="0"/>
                </a:moveTo>
                <a:lnTo>
                  <a:pt x="1724487" y="0"/>
                </a:lnTo>
                <a:lnTo>
                  <a:pt x="1724487" y="2526720"/>
                </a:lnTo>
                <a:lnTo>
                  <a:pt x="0" y="2526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888293" y="6358383"/>
            <a:ext cx="524114" cy="450593"/>
          </a:xfrm>
          <a:custGeom>
            <a:avLst/>
            <a:gdLst/>
            <a:ahLst/>
            <a:cxnLst/>
            <a:rect r="r" b="b" t="t" l="l"/>
            <a:pathLst>
              <a:path h="450593" w="524114">
                <a:moveTo>
                  <a:pt x="0" y="0"/>
                </a:moveTo>
                <a:lnTo>
                  <a:pt x="524114" y="0"/>
                </a:lnTo>
                <a:lnTo>
                  <a:pt x="524114" y="450594"/>
                </a:lnTo>
                <a:lnTo>
                  <a:pt x="0" y="450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923" t="0" r="-50716" b="-48054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7027357" y="506223"/>
            <a:ext cx="524114" cy="450593"/>
          </a:xfrm>
          <a:custGeom>
            <a:avLst/>
            <a:gdLst/>
            <a:ahLst/>
            <a:cxnLst/>
            <a:rect r="r" b="b" t="t" l="l"/>
            <a:pathLst>
              <a:path h="450593" w="524114">
                <a:moveTo>
                  <a:pt x="0" y="0"/>
                </a:moveTo>
                <a:lnTo>
                  <a:pt x="524115" y="0"/>
                </a:lnTo>
                <a:lnTo>
                  <a:pt x="524115" y="450594"/>
                </a:lnTo>
                <a:lnTo>
                  <a:pt x="0" y="450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923" t="0" r="-50716" b="-48054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1161" y="1271139"/>
            <a:ext cx="8051278" cy="4772923"/>
          </a:xfrm>
          <a:custGeom>
            <a:avLst/>
            <a:gdLst/>
            <a:ahLst/>
            <a:cxnLst/>
            <a:rect r="r" b="b" t="t" l="l"/>
            <a:pathLst>
              <a:path h="4772923" w="8051278">
                <a:moveTo>
                  <a:pt x="0" y="0"/>
                </a:moveTo>
                <a:lnTo>
                  <a:pt x="8051278" y="0"/>
                </a:lnTo>
                <a:lnTo>
                  <a:pt x="8051278" y="4772922"/>
                </a:lnTo>
                <a:lnTo>
                  <a:pt x="0" y="47729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931" r="0" b="-11225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2349" y="-186046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11619" y="-174605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86336">
            <a:off x="8152960" y="-1035485"/>
            <a:ext cx="2220144" cy="3534009"/>
          </a:xfrm>
          <a:custGeom>
            <a:avLst/>
            <a:gdLst/>
            <a:ahLst/>
            <a:cxnLst/>
            <a:rect r="r" b="b" t="t" l="l"/>
            <a:pathLst>
              <a:path h="3534009" w="2220144">
                <a:moveTo>
                  <a:pt x="0" y="0"/>
                </a:moveTo>
                <a:lnTo>
                  <a:pt x="2220144" y="0"/>
                </a:lnTo>
                <a:lnTo>
                  <a:pt x="2220144" y="3534010"/>
                </a:lnTo>
                <a:lnTo>
                  <a:pt x="0" y="353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29882" y="5418985"/>
            <a:ext cx="3121461" cy="2329390"/>
          </a:xfrm>
          <a:custGeom>
            <a:avLst/>
            <a:gdLst/>
            <a:ahLst/>
            <a:cxnLst/>
            <a:rect r="r" b="b" t="t" l="l"/>
            <a:pathLst>
              <a:path h="2329390" w="3121461">
                <a:moveTo>
                  <a:pt x="0" y="0"/>
                </a:moveTo>
                <a:lnTo>
                  <a:pt x="3121460" y="0"/>
                </a:lnTo>
                <a:lnTo>
                  <a:pt x="3121460" y="2329390"/>
                </a:lnTo>
                <a:lnTo>
                  <a:pt x="0" y="2329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01117">
            <a:off x="8504169" y="5320320"/>
            <a:ext cx="1724487" cy="2526720"/>
          </a:xfrm>
          <a:custGeom>
            <a:avLst/>
            <a:gdLst/>
            <a:ahLst/>
            <a:cxnLst/>
            <a:rect r="r" b="b" t="t" l="l"/>
            <a:pathLst>
              <a:path h="2526720" w="1724487">
                <a:moveTo>
                  <a:pt x="0" y="0"/>
                </a:moveTo>
                <a:lnTo>
                  <a:pt x="1724487" y="0"/>
                </a:lnTo>
                <a:lnTo>
                  <a:pt x="1724487" y="2526720"/>
                </a:lnTo>
                <a:lnTo>
                  <a:pt x="0" y="2526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054296">
            <a:off x="-130723" y="-531840"/>
            <a:ext cx="1724487" cy="2526720"/>
          </a:xfrm>
          <a:custGeom>
            <a:avLst/>
            <a:gdLst/>
            <a:ahLst/>
            <a:cxnLst/>
            <a:rect r="r" b="b" t="t" l="l"/>
            <a:pathLst>
              <a:path h="2526720" w="1724487">
                <a:moveTo>
                  <a:pt x="0" y="0"/>
                </a:moveTo>
                <a:lnTo>
                  <a:pt x="1724486" y="0"/>
                </a:lnTo>
                <a:lnTo>
                  <a:pt x="1724486" y="2526720"/>
                </a:lnTo>
                <a:lnTo>
                  <a:pt x="0" y="2526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888293" y="6358383"/>
            <a:ext cx="524114" cy="450593"/>
          </a:xfrm>
          <a:custGeom>
            <a:avLst/>
            <a:gdLst/>
            <a:ahLst/>
            <a:cxnLst/>
            <a:rect r="r" b="b" t="t" l="l"/>
            <a:pathLst>
              <a:path h="450593" w="524114">
                <a:moveTo>
                  <a:pt x="0" y="0"/>
                </a:moveTo>
                <a:lnTo>
                  <a:pt x="524114" y="0"/>
                </a:lnTo>
                <a:lnTo>
                  <a:pt x="524114" y="450594"/>
                </a:lnTo>
                <a:lnTo>
                  <a:pt x="0" y="450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923" t="0" r="-50716" b="-48054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781320">
            <a:off x="6929381" y="220838"/>
            <a:ext cx="524114" cy="450593"/>
          </a:xfrm>
          <a:custGeom>
            <a:avLst/>
            <a:gdLst/>
            <a:ahLst/>
            <a:cxnLst/>
            <a:rect r="r" b="b" t="t" l="l"/>
            <a:pathLst>
              <a:path h="450593" w="524114">
                <a:moveTo>
                  <a:pt x="0" y="0"/>
                </a:moveTo>
                <a:lnTo>
                  <a:pt x="524114" y="0"/>
                </a:lnTo>
                <a:lnTo>
                  <a:pt x="524114" y="450593"/>
                </a:lnTo>
                <a:lnTo>
                  <a:pt x="0" y="450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923" t="0" r="-50716" b="-48054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8272" y="1061038"/>
            <a:ext cx="8573808" cy="2387397"/>
          </a:xfrm>
          <a:custGeom>
            <a:avLst/>
            <a:gdLst/>
            <a:ahLst/>
            <a:cxnLst/>
            <a:rect r="r" b="b" t="t" l="l"/>
            <a:pathLst>
              <a:path h="2387397" w="8573808">
                <a:moveTo>
                  <a:pt x="0" y="0"/>
                </a:moveTo>
                <a:lnTo>
                  <a:pt x="8573808" y="0"/>
                </a:lnTo>
                <a:lnTo>
                  <a:pt x="8573808" y="2387397"/>
                </a:lnTo>
                <a:lnTo>
                  <a:pt x="0" y="23873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805" b="-2806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8272" y="3110797"/>
            <a:ext cx="8573808" cy="1998451"/>
          </a:xfrm>
          <a:custGeom>
            <a:avLst/>
            <a:gdLst/>
            <a:ahLst/>
            <a:cxnLst/>
            <a:rect r="r" b="b" t="t" l="l"/>
            <a:pathLst>
              <a:path h="1998451" w="8573808">
                <a:moveTo>
                  <a:pt x="0" y="0"/>
                </a:moveTo>
                <a:lnTo>
                  <a:pt x="8573808" y="0"/>
                </a:lnTo>
                <a:lnTo>
                  <a:pt x="8573808" y="1998451"/>
                </a:lnTo>
                <a:lnTo>
                  <a:pt x="0" y="19984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99" r="-6416" b="-1555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2476" y="132174"/>
            <a:ext cx="5448962" cy="62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2"/>
              </a:lnSpc>
            </a:pPr>
            <a:r>
              <a:rPr lang="en-US" sz="182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Menentukan bilangan positif,negatif</a:t>
            </a:r>
          </a:p>
          <a:p>
            <a:pPr algn="ctr">
              <a:lnSpc>
                <a:spcPts val="2552"/>
              </a:lnSpc>
              <a:spcBef>
                <a:spcPct val="0"/>
              </a:spcBef>
            </a:pPr>
            <a:r>
              <a:rPr lang="en-US" b="true" sz="182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Implementasi dalam phyton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402095" y="5226994"/>
            <a:ext cx="3104339" cy="4548504"/>
          </a:xfrm>
          <a:custGeom>
            <a:avLst/>
            <a:gdLst/>
            <a:ahLst/>
            <a:cxnLst/>
            <a:rect r="r" b="b" t="t" l="l"/>
            <a:pathLst>
              <a:path h="4548504" w="3104339">
                <a:moveTo>
                  <a:pt x="3104338" y="4548504"/>
                </a:moveTo>
                <a:lnTo>
                  <a:pt x="0" y="4548504"/>
                </a:lnTo>
                <a:lnTo>
                  <a:pt x="0" y="0"/>
                </a:lnTo>
                <a:lnTo>
                  <a:pt x="3104338" y="0"/>
                </a:lnTo>
                <a:lnTo>
                  <a:pt x="3104338" y="454850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82349" y="-186046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11619" y="-174605"/>
            <a:ext cx="7224330" cy="7675851"/>
          </a:xfrm>
          <a:custGeom>
            <a:avLst/>
            <a:gdLst/>
            <a:ahLst/>
            <a:cxnLst/>
            <a:rect r="r" b="b" t="t" l="l"/>
            <a:pathLst>
              <a:path h="7675851" w="7224330">
                <a:moveTo>
                  <a:pt x="0" y="0"/>
                </a:moveTo>
                <a:lnTo>
                  <a:pt x="7224330" y="0"/>
                </a:lnTo>
                <a:lnTo>
                  <a:pt x="7224330" y="7675851"/>
                </a:lnTo>
                <a:lnTo>
                  <a:pt x="0" y="76758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63642">
            <a:off x="523036" y="3916013"/>
            <a:ext cx="1365030" cy="3289229"/>
          </a:xfrm>
          <a:custGeom>
            <a:avLst/>
            <a:gdLst/>
            <a:ahLst/>
            <a:cxnLst/>
            <a:rect r="r" b="b" t="t" l="l"/>
            <a:pathLst>
              <a:path h="3289229" w="1365030">
                <a:moveTo>
                  <a:pt x="0" y="0"/>
                </a:moveTo>
                <a:lnTo>
                  <a:pt x="1365030" y="0"/>
                </a:lnTo>
                <a:lnTo>
                  <a:pt x="1365030" y="3289230"/>
                </a:lnTo>
                <a:lnTo>
                  <a:pt x="0" y="32892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22077" y="5828896"/>
            <a:ext cx="3000005" cy="1848753"/>
          </a:xfrm>
          <a:custGeom>
            <a:avLst/>
            <a:gdLst/>
            <a:ahLst/>
            <a:cxnLst/>
            <a:rect r="r" b="b" t="t" l="l"/>
            <a:pathLst>
              <a:path h="1848753" w="3000005">
                <a:moveTo>
                  <a:pt x="0" y="0"/>
                </a:moveTo>
                <a:lnTo>
                  <a:pt x="3000006" y="0"/>
                </a:lnTo>
                <a:lnTo>
                  <a:pt x="3000006" y="1848753"/>
                </a:lnTo>
                <a:lnTo>
                  <a:pt x="0" y="18487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901210">
            <a:off x="-1034644" y="-498291"/>
            <a:ext cx="2222008" cy="3534009"/>
          </a:xfrm>
          <a:custGeom>
            <a:avLst/>
            <a:gdLst/>
            <a:ahLst/>
            <a:cxnLst/>
            <a:rect r="r" b="b" t="t" l="l"/>
            <a:pathLst>
              <a:path h="3534009" w="2222008">
                <a:moveTo>
                  <a:pt x="0" y="0"/>
                </a:moveTo>
                <a:lnTo>
                  <a:pt x="2222008" y="0"/>
                </a:lnTo>
                <a:lnTo>
                  <a:pt x="2222008" y="3534010"/>
                </a:lnTo>
                <a:lnTo>
                  <a:pt x="0" y="35340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60495" y="4132524"/>
            <a:ext cx="1323170" cy="3392743"/>
          </a:xfrm>
          <a:custGeom>
            <a:avLst/>
            <a:gdLst/>
            <a:ahLst/>
            <a:cxnLst/>
            <a:rect r="r" b="b" t="t" l="l"/>
            <a:pathLst>
              <a:path h="3392743" w="1323170">
                <a:moveTo>
                  <a:pt x="0" y="0"/>
                </a:moveTo>
                <a:lnTo>
                  <a:pt x="1323170" y="0"/>
                </a:lnTo>
                <a:lnTo>
                  <a:pt x="1323170" y="3392743"/>
                </a:lnTo>
                <a:lnTo>
                  <a:pt x="0" y="3392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24125" y="2487930"/>
            <a:ext cx="4905350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9600">
                <a:solidFill>
                  <a:srgbClr val="2F3466"/>
                </a:solidFill>
                <a:latin typeface="March"/>
                <a:ea typeface="March"/>
                <a:cs typeface="March"/>
                <a:sym typeface="March"/>
              </a:rPr>
              <a:t>TERIMA KASIH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047161" y="-621574"/>
            <a:ext cx="3853185" cy="2938054"/>
          </a:xfrm>
          <a:custGeom>
            <a:avLst/>
            <a:gdLst/>
            <a:ahLst/>
            <a:cxnLst/>
            <a:rect r="r" b="b" t="t" l="l"/>
            <a:pathLst>
              <a:path h="2938054" w="3853185">
                <a:moveTo>
                  <a:pt x="0" y="0"/>
                </a:moveTo>
                <a:lnTo>
                  <a:pt x="3853185" y="0"/>
                </a:lnTo>
                <a:lnTo>
                  <a:pt x="3853185" y="2938054"/>
                </a:lnTo>
                <a:lnTo>
                  <a:pt x="0" y="29380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7181346" y="5535961"/>
            <a:ext cx="681463" cy="585870"/>
          </a:xfrm>
          <a:custGeom>
            <a:avLst/>
            <a:gdLst/>
            <a:ahLst/>
            <a:cxnLst/>
            <a:rect r="r" b="b" t="t" l="l"/>
            <a:pathLst>
              <a:path h="585870" w="681463">
                <a:moveTo>
                  <a:pt x="0" y="0"/>
                </a:moveTo>
                <a:lnTo>
                  <a:pt x="681463" y="0"/>
                </a:lnTo>
                <a:lnTo>
                  <a:pt x="681463" y="585870"/>
                </a:lnTo>
                <a:lnTo>
                  <a:pt x="0" y="585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9923" t="0" r="-50716" b="-48054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8989472" y="3143458"/>
            <a:ext cx="1265461" cy="1087945"/>
          </a:xfrm>
          <a:custGeom>
            <a:avLst/>
            <a:gdLst/>
            <a:ahLst/>
            <a:cxnLst/>
            <a:rect r="r" b="b" t="t" l="l"/>
            <a:pathLst>
              <a:path h="1087945" w="1265461">
                <a:moveTo>
                  <a:pt x="0" y="0"/>
                </a:moveTo>
                <a:lnTo>
                  <a:pt x="1265461" y="0"/>
                </a:lnTo>
                <a:lnTo>
                  <a:pt x="1265461" y="1087945"/>
                </a:lnTo>
                <a:lnTo>
                  <a:pt x="0" y="1087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9923" t="0" r="-50716" b="-480546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5400000">
            <a:off x="2387017" y="884561"/>
            <a:ext cx="529063" cy="454848"/>
          </a:xfrm>
          <a:custGeom>
            <a:avLst/>
            <a:gdLst/>
            <a:ahLst/>
            <a:cxnLst/>
            <a:rect r="r" b="b" t="t" l="l"/>
            <a:pathLst>
              <a:path h="454848" w="529063">
                <a:moveTo>
                  <a:pt x="529064" y="0"/>
                </a:moveTo>
                <a:lnTo>
                  <a:pt x="0" y="0"/>
                </a:lnTo>
                <a:lnTo>
                  <a:pt x="0" y="454848"/>
                </a:lnTo>
                <a:lnTo>
                  <a:pt x="529064" y="454848"/>
                </a:lnTo>
                <a:lnTo>
                  <a:pt x="529064" y="0"/>
                </a:lnTo>
                <a:close/>
              </a:path>
            </a:pathLst>
          </a:custGeom>
          <a:blipFill>
            <a:blip r:embed="rId2"/>
            <a:stretch>
              <a:fillRect l="-189923" t="0" r="-50716" b="-48054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DAG1xfvtMD0</dc:identifier>
  <dcterms:modified xsi:type="dcterms:W3CDTF">2011-08-01T06:04:30Z</dcterms:modified>
  <cp:revision>1</cp:revision>
  <dc:title>Tugas individu</dc:title>
</cp:coreProperties>
</file>